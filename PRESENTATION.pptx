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say in one line what you built: a small learning app that records everything the learner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quiz score tells you nothing about why. The clicks in between are where the story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capturing the data is the real assignment; the app is the vehicle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you chose the simplest possible stack so all the effort went into the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flow: login, course, lessons, quiz, then progress and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every page in the app calls this one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real row from your Logs page as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while you switch to the browser or play the demo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examiners like a real challenge more than a perfect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one-line summary and inviting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·  LEARNING ANALYTICS &amp; EDUCATIONAL DATA MINING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LMS with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Clickstream Tracking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learning app that records every learner interaction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Moodle log format.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______________          Roll No: ______________        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 tell you what. Not why.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only see final marks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305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of 6/10 says nothing about how the student got there.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944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8529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students are found too late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1821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the marks arrive, the course has moved 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9959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044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behaviour is invisible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23367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lesson was skipped? Which video was replayed three times?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0474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9560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exists, but only if captured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285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can record it — someone has to build the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had to 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385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learning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304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 in as learners and move through real content.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03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9385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content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304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material, YouTube videos and a scored quiz.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520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3558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every interaction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7216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page views, video actions, quiz attempts.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520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33558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like Moodle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7216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event, same columns as a Moodle log export.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773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data back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5138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logs dashboard and a learner progress page.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simple</a:t>
            </a:r>
            <a:endParaRPr lang="en-US" sz="3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30175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few lines of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file, zero setup, created on first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HTML / CSS / 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read and explain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IFrame Player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play / pause / ended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express-session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Remembers who is logged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the submission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657600" cy="3712464"/>
          </a:xfrm>
          <a:prstGeom prst="roundRect">
            <a:avLst>
              <a:gd name="adj" fmla="val 2000"/>
            </a:avLst>
          </a:prstGeom>
          <a:solidFill>
            <a:srgbClr val="F4F7F7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JWT.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password hashing.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frameworks.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Docker.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38160" y="4206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effort went into the data collection, not the plumbing.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pages, one course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hardcoded learners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6432" y="17830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8" name="Text 6"/>
          <p:cNvSpPr/>
          <p:nvPr/>
        </p:nvSpPr>
        <p:spPr>
          <a:xfrm>
            <a:off x="3685032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85032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+ navbar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7830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11" name="Text 9"/>
          <p:cNvSpPr/>
          <p:nvPr/>
        </p:nvSpPr>
        <p:spPr>
          <a:xfrm>
            <a:off x="6501384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01384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Learning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9136" y="17830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9317736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17736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+ 3Blue1Brown video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+ StatQuest video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56432" y="3840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20" name="Text 18"/>
          <p:cNvSpPr/>
          <p:nvPr/>
        </p:nvSpPr>
        <p:spPr>
          <a:xfrm>
            <a:off x="3685032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685032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questions, auto-scored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840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01384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videos, best score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89136" y="3840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D9F2EE"/>
          </a:solidFill>
          <a:ln/>
        </p:spPr>
      </p:sp>
      <p:sp>
        <p:nvSpPr>
          <p:cNvPr id="26" name="Text 24"/>
          <p:cNvSpPr/>
          <p:nvPr/>
        </p:nvSpPr>
        <p:spPr>
          <a:xfrm>
            <a:off x="9317736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317736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clickstream table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helper function does all of it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0B3C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logEvent(username, context, component, eventName, description, ip)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517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logged 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logged out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failed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viewed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viewed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clicked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clicked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6432" y="26517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3456432" y="26517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32918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opened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opened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26517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2784" y="26517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01384" y="32918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played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paused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ended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89136" y="26517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9089136" y="26517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089136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17736" y="32918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started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 selected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submitted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in the app calls this one function — that is the whole design.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SQLite, created automatically on first run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Table: clickstream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columns of a Moodle log export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65176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651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65176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651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265176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651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event_context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26880" y="265176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2651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06324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632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event_name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06324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30632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06324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0632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306324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30632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ip_address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Table: quiz_attempts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1440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· score · total · timestamp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every time the quiz is submitted.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37033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Table: progress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53796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· item_type · item_key · timestamp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stops duplicate completions.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row:  5/08/26, 15:16  ·  student1  ·  Lesson: Clickstream Data  ·  Video  ·  Video played  ·  web  ·  127.0.0.1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log table fill up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2148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student1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7706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7706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course and Lesson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3924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3924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and pause the video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40142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0142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quiz and submit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6360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Progress page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5257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52578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Logs page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201168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1505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23774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from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 to 5 is already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log table.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clicking, no manual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— it happens as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uses the app.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actually hard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video events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579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embedded YouTube video tells you nothing. I had to load the YouTube IFrame Player API and listen to onStateChange to get play, pause and ended.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898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duplicate progress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2095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Re-opening a lesson should not count twice, so the progress table has a UNIQUE constraint and uses INSERT OR IGNORE.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5020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log format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26110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counts as context vs component vs event name, so the table really looks like a Moodle export.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120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00176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it simple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31266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Resisting the urge to add login security and frameworks the assignment did not need.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lesson: how much a platform can infer from very small actions — and the privacy responsibility that comes with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works, and it captures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1505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of content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2 lessons, quiz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1505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548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automatically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1505C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4124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clickstream, quiz, progress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 activity charts over time  ·  a teacher dashboard  ·  at-risk student detection  ·  CSV export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github.com/&lt;your-username&gt;/lms-clickstream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2026-08-05T15:19:26Z</dcterms:created>
  <dcterms:modified xsi:type="dcterms:W3CDTF">2026-08-05T15:19:26Z</dcterms:modified>
</cp:coreProperties>
</file>